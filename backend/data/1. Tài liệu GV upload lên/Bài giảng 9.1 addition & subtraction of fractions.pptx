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e91939076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" name="Google Shape;19;ge91939076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45345b6d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" name="Google Shape;26;g1045345b6d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1045345b6d1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1045345b6d1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10cfe58322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10cfe58322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10cfe58322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10cfe58322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0cfe58322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0cfe58322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0cfe58322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0cfe58322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f0d4b7b7f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f0d4b7b7f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045345b6d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045345b6d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045345b6d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045345b6d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04c28436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04c28436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4c284361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04c284361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0d0d03015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0d0d03015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04c284361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04c284361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0d0d03015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0d0d03015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d0d03015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0d0d03015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04c284361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04c284361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0d0d03015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0d0d03015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0d0d03015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0d0d03015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04c284361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04c284361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04c284361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04c284361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0d0d03015f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0d0d03015f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04c2843612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04c2843612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04c2843612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04c284361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04c2843612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04c2843612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This is a Pear Deck Drawing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8400" y="96150"/>
            <a:ext cx="8991000" cy="495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00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58800" y="49000"/>
            <a:ext cx="9036300" cy="501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image" Target="../media/image17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image" Target="../media/image17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hyperlink" Target="https://www.youtube.com/watch?v=CoCmsyFQ_Xc" TargetMode="External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0.png"/><Relationship Id="rId6" Type="http://schemas.openxmlformats.org/officeDocument/2006/relationships/image" Target="../media/image22.png"/><Relationship Id="rId7" Type="http://schemas.openxmlformats.org/officeDocument/2006/relationships/image" Target="../media/image21.png"/><Relationship Id="rId8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24.png"/><Relationship Id="rId6" Type="http://schemas.openxmlformats.org/officeDocument/2006/relationships/image" Target="../media/image34.png"/><Relationship Id="rId7" Type="http://schemas.openxmlformats.org/officeDocument/2006/relationships/image" Target="../media/image37.png"/><Relationship Id="rId8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image" Target="../media/image31.png"/><Relationship Id="rId5" Type="http://schemas.openxmlformats.org/officeDocument/2006/relationships/image" Target="../media/image40.png"/><Relationship Id="rId6" Type="http://schemas.openxmlformats.org/officeDocument/2006/relationships/image" Target="../media/image33.png"/><Relationship Id="rId7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4" Type="http://schemas.openxmlformats.org/officeDocument/2006/relationships/hyperlink" Target="https://wordwall.net/play/27342/465/445" TargetMode="External"/><Relationship Id="rId5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dontchangethislink.peardeckmagic.zone?eyJ0eXBlIjoiZnJlZWhhbmREcmF3aW5nIiwiZHJhZ2dhYmxlcyI6W3siaWQiOiJkcmFnZ2FibGUwIiwidHlwZSI6Imljb24iLCJpY29uIjp7ImlkIjoiZGVmYXVsdC1jaXJjbGUifSwiY29sb3IiOiIjRDUxRDI4In1dLCJkcmFnZ2FibGVTaXplIjoxMi41NSwiZW1iZWRkYWJsZVVybCI6Imh0dHBzOi8vIiwiYW5zd2VycyI6W119pearId=magic-pear-shape-identifier" TargetMode="External"/><Relationship Id="rId4" Type="http://schemas.openxmlformats.org/officeDocument/2006/relationships/image" Target="../media/image41.png"/><Relationship Id="rId9" Type="http://schemas.openxmlformats.org/officeDocument/2006/relationships/image" Target="../media/image35.png"/><Relationship Id="rId5" Type="http://schemas.openxmlformats.org/officeDocument/2006/relationships/hyperlink" Target="http://dontchangethislink.peardeckmagic.zone?eyJ0eXBlIjoiZ29vZ2xlLXNsaWRlcy1hZGRvbi1yZXNwb25zZS1mb290ZXIiLCJsYXN0RWRpdGVkQnkiOiIxMDU1ODg3MzQ1NTkzMTMyNzAzNzYiLCJwcmVzZW50YXRpb25JZCI6IjFlZzg2QWRfWWFXNFJVOUhTX2syV2dPeDZRWWpfNHlHa2x5WjlyV2hqWUhzIiwiY29udGVudElkIjoiY3VzdG9tLXJlc3BvbnNlLWZyZWVoYW5kRHJhd2luZyIsInNsaWRlSWQiOiJnZTk0ZTFjYWVhOV8wXzYiLCJjb250ZW50SW5zdGFuY2VJZCI6IjFlZzg2QWRfWWFXNFJVOUhTX2syV2dPeDZRWWpfNHlHa2x5WjlyV2hqWUhzLzExMTg5ZWFjLTRmOGMtNGY1NC05MWM0LWY3Y2JmMjIzMTRlNiJ9pearId=magic-pear-metadata-identifier" TargetMode="External"/><Relationship Id="rId6" Type="http://schemas.openxmlformats.org/officeDocument/2006/relationships/hyperlink" Target="https://www.liveworksheets.com/worksheets/en/Math/Adding_and_subtracting_fractions/Addition_and_Subtraction_Worksheet_dm1987906yh" TargetMode="External"/><Relationship Id="rId7" Type="http://schemas.openxmlformats.org/officeDocument/2006/relationships/image" Target="../media/image38.png"/><Relationship Id="rId8" Type="http://schemas.openxmlformats.org/officeDocument/2006/relationships/hyperlink" Target="https://www.liveworksheets.com/worksheets/en/Math/Adding_and_subtracting_fractions/Adding_Fractions_zr1807556z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/>
        </p:nvSpPr>
        <p:spPr>
          <a:xfrm>
            <a:off x="355050" y="3067650"/>
            <a:ext cx="295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2" name="Google Shape;2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888" y="362650"/>
            <a:ext cx="6372225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975" y="2464800"/>
            <a:ext cx="7576033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/>
        </p:nvSpPr>
        <p:spPr>
          <a:xfrm>
            <a:off x="1389600" y="1840650"/>
            <a:ext cx="63648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300">
                <a:latin typeface="Comic Sans MS"/>
                <a:ea typeface="Comic Sans MS"/>
                <a:cs typeface="Comic Sans MS"/>
                <a:sym typeface="Comic Sans MS"/>
              </a:rPr>
              <a:t>RECAP time!</a:t>
            </a:r>
            <a:endParaRPr sz="83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7"/>
          <p:cNvSpPr txBox="1"/>
          <p:nvPr/>
        </p:nvSpPr>
        <p:spPr>
          <a:xfrm>
            <a:off x="140000" y="111575"/>
            <a:ext cx="2850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latin typeface="Comic Sans MS"/>
                <a:ea typeface="Comic Sans MS"/>
                <a:cs typeface="Comic Sans MS"/>
                <a:sym typeface="Comic Sans MS"/>
              </a:rPr>
              <a:t>Recap skills time</a:t>
            </a:r>
            <a:endParaRPr sz="2600" u="sng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5" name="Google Shape;35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638" y="749825"/>
            <a:ext cx="8888724" cy="28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8"/>
          <p:cNvSpPr txBox="1"/>
          <p:nvPr/>
        </p:nvSpPr>
        <p:spPr>
          <a:xfrm>
            <a:off x="140000" y="111575"/>
            <a:ext cx="2850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latin typeface="Comic Sans MS"/>
                <a:ea typeface="Comic Sans MS"/>
                <a:cs typeface="Comic Sans MS"/>
                <a:sym typeface="Comic Sans MS"/>
              </a:rPr>
              <a:t>Recap skills time</a:t>
            </a:r>
            <a:endParaRPr sz="2600" u="sng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2" name="Google Shape;4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48975"/>
            <a:ext cx="8782024" cy="21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/>
        </p:nvSpPr>
        <p:spPr>
          <a:xfrm>
            <a:off x="140000" y="111575"/>
            <a:ext cx="2850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latin typeface="Comic Sans MS"/>
                <a:ea typeface="Comic Sans MS"/>
                <a:cs typeface="Comic Sans MS"/>
                <a:sym typeface="Comic Sans MS"/>
              </a:rPr>
              <a:t>Recap skills time</a:t>
            </a:r>
            <a:endParaRPr sz="2600" u="sng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9" name="Google Shape;49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000" y="696575"/>
            <a:ext cx="4266219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433975"/>
            <a:ext cx="4554925" cy="204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0"/>
          <p:cNvSpPr txBox="1"/>
          <p:nvPr/>
        </p:nvSpPr>
        <p:spPr>
          <a:xfrm>
            <a:off x="140000" y="111575"/>
            <a:ext cx="2850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latin typeface="Comic Sans MS"/>
                <a:ea typeface="Comic Sans MS"/>
                <a:cs typeface="Comic Sans MS"/>
                <a:sym typeface="Comic Sans MS"/>
              </a:rPr>
              <a:t>Recap skills time</a:t>
            </a:r>
            <a:endParaRPr sz="2600" u="sng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57" name="Google Shape;5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000" y="696575"/>
            <a:ext cx="4266219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433975"/>
            <a:ext cx="4656525" cy="22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1"/>
          <p:cNvSpPr txBox="1"/>
          <p:nvPr/>
        </p:nvSpPr>
        <p:spPr>
          <a:xfrm>
            <a:off x="140000" y="111575"/>
            <a:ext cx="2850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latin typeface="Comic Sans MS"/>
                <a:ea typeface="Comic Sans MS"/>
                <a:cs typeface="Comic Sans MS"/>
                <a:sym typeface="Comic Sans MS"/>
              </a:rPr>
              <a:t>Recap skills time</a:t>
            </a:r>
            <a:endParaRPr sz="2600" u="sng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65" name="Google Shape;6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48975"/>
            <a:ext cx="6772425" cy="46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2500" y="1379375"/>
            <a:ext cx="3106575" cy="13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9213" y="2903850"/>
            <a:ext cx="8705575" cy="3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 txBox="1"/>
          <p:nvPr/>
        </p:nvSpPr>
        <p:spPr>
          <a:xfrm>
            <a:off x="276300" y="2873675"/>
            <a:ext cx="361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accent5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3" name="Google Shape;73;p12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775" y="127625"/>
            <a:ext cx="8808450" cy="325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000" y="294750"/>
            <a:ext cx="8920000" cy="45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709299" cy="308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7531874" cy="360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25" y="81100"/>
            <a:ext cx="7606225" cy="283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775" y="3150038"/>
            <a:ext cx="1457325" cy="10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25" y="81100"/>
            <a:ext cx="7606225" cy="283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750" y="3220225"/>
            <a:ext cx="1791475" cy="9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797242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990600"/>
            <a:ext cx="2214925" cy="101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797242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990600"/>
            <a:ext cx="2265900" cy="1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797242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150" y="990600"/>
            <a:ext cx="2211800" cy="11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33700" y="1040175"/>
            <a:ext cx="2461450" cy="102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32150" y="1071163"/>
            <a:ext cx="2125900" cy="96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30850" y="1120738"/>
            <a:ext cx="2155750" cy="86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797242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990600"/>
            <a:ext cx="2001675" cy="99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797242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990600"/>
            <a:ext cx="2276250" cy="98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797242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75" y="922425"/>
            <a:ext cx="2240725" cy="91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17000" y="833488"/>
            <a:ext cx="2342725" cy="123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87175" y="788996"/>
            <a:ext cx="2434225" cy="118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09550" y="888260"/>
            <a:ext cx="2342725" cy="986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7038975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025" y="1057150"/>
            <a:ext cx="8743950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/>
          <p:cNvSpPr txBox="1"/>
          <p:nvPr/>
        </p:nvSpPr>
        <p:spPr>
          <a:xfrm>
            <a:off x="446175" y="210675"/>
            <a:ext cx="5044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mic Sans MS"/>
                <a:ea typeface="Comic Sans MS"/>
                <a:cs typeface="Comic Sans MS"/>
                <a:sym typeface="Comic Sans MS"/>
              </a:rPr>
              <a:t>Put these into the correct boxes</a:t>
            </a:r>
            <a:endParaRPr sz="23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5070750" cy="5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00" y="877550"/>
            <a:ext cx="4263575" cy="154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388" y="2747038"/>
            <a:ext cx="4165700" cy="163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0" y="782638"/>
            <a:ext cx="4501700" cy="173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804825" cy="397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>
            <a:hlinkClick r:id="rId3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28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500" y="206338"/>
            <a:ext cx="8915000" cy="473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29125"/>
            <a:ext cx="91440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9">
            <a:hlinkClick r:id="rId5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9"/>
          <p:cNvSpPr txBox="1"/>
          <p:nvPr/>
        </p:nvSpPr>
        <p:spPr>
          <a:xfrm>
            <a:off x="1165025" y="185900"/>
            <a:ext cx="648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omic Sans MS"/>
                <a:ea typeface="Comic Sans MS"/>
                <a:cs typeface="Comic Sans MS"/>
                <a:sym typeface="Comic Sans MS"/>
              </a:rPr>
              <a:t>Try these live worksheets to test your skills!</a:t>
            </a:r>
            <a:endParaRPr b="1" sz="22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96" name="Google Shape;196;p29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65025" y="861500"/>
            <a:ext cx="2426038" cy="341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9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64538" y="861500"/>
            <a:ext cx="2409470" cy="341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